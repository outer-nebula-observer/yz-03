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【讲稿】开场1分钟：课题目标、单位、小组分工。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【讲稿】按五部分走，重点在系统设计与实验验证。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【讲稿】先讲‘为什么需要外部记忆’。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【讲稿】用“同一夜间进攻任务，第一场隘口遇伏，第二场大概率再吃亏”开场。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【讲稿】P1-P4 来自初始拆解，P5 来自导师反馈；每行右侧为示意图占位。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【讲稿】强调 RQ 是从失败模式引申而来，实验章节逐一回答。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【讲稿】四句话说清系统设计哲学。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【讲稿】说明借鉴什么、不采用什么。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【讲稿】每条讲“借鉴什么、为什么不完整照搬”。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【讲稿】说明检索与存储不是凭空设计。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【讲稿】强调机制都有原型，差异在组合与军事场景限定。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【讲稿】进入核心章节。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【配图】本页右侧图位：放 docs/figures/fig1_architecture.png（系统架构图）。</a:t>
            </a:r>
          </a:p>
          <a:p>
            <a:r>
              <a:t>【讲稿】讲清分层与‘可独立消融’。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【讲稿】讲清‘首尾关键、约束不压缩、归档可复盘’。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【讲稿】用 T-90 vs M1A2 的例子说明为什么必须分库。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【讲稿】重点讲归一化与‘命中强化只做一次’。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【讲稿】讲清‘为什么建议与执行分离’——可审计。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【讲稿】澄清‘什么能进长期库、什么时候检索什么’。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【配图】本页右侧图位：放 WebUI 截图（记忆详情抽屉/遗忘曲线/事件流）。</a:t>
            </a:r>
          </a:p>
          <a:p>
            <a:r>
              <a:t>【讲稿】展示可视化如何帮助理解系统。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【配图】可放消融图（docs/17 配图脚本生成）作背景。</a:t>
            </a:r>
          </a:p>
          <a:p>
            <a:r>
              <a:t>【讲稿】进入数据章节，先声明词袋环境。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【讲稿】重点讲‘固定用例+开关能力’，说明每组怎么对比。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【配图】建议放消融柱状图（docs/17 配图脚本：G2 vs G3 分类别 hit@5）。</a:t>
            </a:r>
          </a:p>
          <a:p>
            <a:r>
              <a:t>【讲稿】先看四个大数字，再讲实验设计、CI、分类别、解读。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【配图】可放跨场次 WebUI 截图（第二场命中带‘往场沉淀’）或表格。</a:t>
            </a:r>
          </a:p>
          <a:p>
            <a:r>
              <a:t>【讲稿】RQ2 强调机制完整但样本小；RQ3 强调负结果要诚实。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【配图】可放遗忘曲线（WebUI 截图）或 DeepSeek 输出截图。</a:t>
            </a:r>
          </a:p>
          <a:p>
            <a:r>
              <a:t>【讲稿】先给四个大数字，再补实验步骤与限定。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【讲稿】从‘能不能用’讲到‘怎么接’。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【配图】本页右侧图位：放 docs/figures/fig2_campaign_trajectory.png 或智戎桥接架构示意图。</a:t>
            </a:r>
          </a:p>
          <a:p>
            <a:r>
              <a:t>【讲稿】强调 P1（无结束信号）已有适配方案。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【讲稿】左栏讲两条核心结论，右栏讲四项下一步。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【讲稿】感谢，进入提问。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小组：姓名一 / 姓名二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9200" y="1771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2000" y="1835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01 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9200" y="2617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2000" y="2681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02 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9200" y="3463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3528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03 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59200" y="4309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2000" y="4374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04 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9200" y="5155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2000" y="5220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05 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从零开始的问题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作战规划智能体以场次接任务，目标→查询→检索→规划→推演→复盘→下一场；模型与上下文都不保留跨场次状态，同类错误会反复出现。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长上下文不够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扩展窗口只解决“当前提示词放得下”，窗口关闭后信息即失效；RAG 只解决外部知识供给，不解决经验如何沉淀、更新与淘汰。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模型内记忆代价高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通过微调或状态注入改变模型本身，成本高且无法审计；军事场景需要可回放、可解释的记忆操作。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目标定位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在模型之外构建可读写、可演化、可审计的外部记忆系统，以“写入-检索-更新-淘汰”为生命周期。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92799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700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场次间无状态传递；第一场在隘口遇伏，第二场可能仍未派先遣侦察，失败教训没有载体。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60000" y="1891295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2000" y="25452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73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699999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9772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场内战报与硬约束同时涌入，粗暴截断可能把“禁止越境”等约束切掉，规划易合规出错。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0000" y="2798495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3452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36431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2000" y="36072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P3 查询口径混杂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3884399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装备参数需要精确，经验教训需要语义泛化；同一路无法同时满足精确与召回。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60000" y="37056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000" y="43596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5504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45144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7916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复盘无差别入库让长期库积累流水账，信号被噪声淹没，且无法回答“这条为什么在库中”。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0000" y="46128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2000" y="5266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45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216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698799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直接用任务目标一句话查询信息量太薄，规划不同阶段需要的记忆类型不同。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60000" y="55200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2000" y="61739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92000" y="18144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19368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P1/P5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2000" y="18539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4000" y="17820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RQ1 双库贡献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4000" y="20952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事实/经验分库是否在固定用例集上带来可测召回增益？对应 G2 vs G3 消融。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000" y="18720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000" y="25560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2000" y="27216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000" y="28440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2000" y="27611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4000" y="26892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RQ2 跨场次复用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4000" y="30024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第一场复盘写入能否被第二场召回？处理组 0.833 vs 对照 0。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32000" y="27792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000" y="34631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2000" y="36288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000" y="37512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2000" y="36684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4000" y="35964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RQ3 检索策略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4000" y="39096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三路融合相对单路是否有增益？词袋下召回未胜出，排序/干扰压制更好。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32000" y="36864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000" y="4370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2000" y="45360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000" y="46584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P2/P4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32000" y="45756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64000" y="45036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RQ4 滤噪与遗忘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64000" y="48168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阈值能否滤除负例、遗忘是否不误删保护记忆？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32000" y="45936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2000" y="52775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2000" y="54432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55656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2000" y="54827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4000" y="54108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RQ5 真实模型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64000" y="5723999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DeepSeek 是否实际引用装载记忆？T6 引用率 1.00。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000" y="55008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2000" y="6184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把记忆从上下文窗口搬到独立系统，可写、可检索、可更新、可淘汰；短期管当前场次，长期管跨场次知识。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短期→长期只留一条写通道，即场次结束后的复盘；三道门控：复盘驱动、类别判定、语义查重，每次操作进审计日志。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LLM/规则只负责提候选，写入、合并、遗忘、抽象由确定性代码执行；保证“为什么删、从哪来”可审计。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查询按 MDMP 七阶段生成，阶段匹配记忆加亲和分；复盘教训归因到阶段，让“方案拟制”优先看到历史战例。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把记忆工作归纳为“形式-操作-应用”三层；本文补齐“写、更新、遗忘”闭环并把每步做成可审计事件。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MemGPT 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主上下文+外部存档；本文采用分层，但改成确定性阈值换页（0.7预警/1.0压缩），保证可复现可消融。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SCM 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显式决定何时读/写/归档；本文沿用“控制器唯一调度”，但把写长期库收窄为复盘晋升一条通道。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LLMLingua/ICAE 压缩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借用位置偏置与“只压历史不压约束”，压缩器本身留作后续扩展。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ChatDB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数据库即符号记忆 → 只保留属性精确过滤，不实现全量 NL→SQL。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1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1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ExpeL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3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经验库+向量召回 → 补齐重要性加权与 SQLite 持久化。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6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55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57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Reflexion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81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语言反思 → 采用语言形式经验，不采用在线强化。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042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98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00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MemoryBank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24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艾宾浩斯遗忘+召唤强化 → 增加 importance≥2 保护线。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7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42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44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Zep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67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时序知识图谱+溯源 → 采用溯源字段，不采用图存储。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390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8519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387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MIRIX/TiM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411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多路策略与显式检索计划 → 压缩为三路融合。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3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借鉴 / 启发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θ 相似度去重 → 写入前查重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跨事件整合 → “抽象”操作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操作类型化 → MemoryOp 枚举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建议-执行分离 → 核心架构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注意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不采用完整聚类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50 条量级收益不明显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8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6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不采用在线强化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6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战场奖励信号不稳定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8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6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不采用图存储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6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构建纠错成本高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8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6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领域化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6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保护线、精确绕过阈值、阶段供给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8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四层架构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模型层统一数据对象，能力层分短期/长期/检索/进化，跨切面处理边界与阶段，编排层由控制器与管线调度。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模块解耦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四个能力层互不 import，只通过 schema 对象通信，为独立消融提供物理基础。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唯一写通道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短期→长期只经复盘晋升，经三道边界门，每次判定写入审计日志。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通过依赖注入开关能力，G0-G6 固定用例集验证。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槽位保存目标/约束/查询/消息；约束永不压缩，保证规划合规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FIFO 超阈值触发递归摘要，被驱逐消息进入归档区供复盘晋升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渲染顺序刻意使用首尾位置偏置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关键信息放头部，近期消息放尾部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render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阶段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目标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约束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loaded_briefs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'【装载记忆】'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briefs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查询列表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最新消息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7B4FA6"/>
                </a:solidFill>
                <a:latin typeface="Consolas"/>
              </a:rPr>
              <a:t>20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'\n'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join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flush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fifo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pop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前半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summary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summarize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旧摘要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archived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SQLite+属性精确；经验库：向量语义召回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attrs 精确命中绕过 min_score——查询方显式指定条件即构造性相关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接口示例与融合策略如下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hits_exact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factual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search_attrs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{</a:t>
            </a:r>
            <a:r>
              <a:rPr sz="1100">
                <a:solidFill>
                  <a:srgbClr val="C0504D"/>
                </a:solidFill>
                <a:latin typeface="Consolas"/>
              </a:rPr>
              <a:t>'装备'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'T-90'</a:t>
            </a:r>
            <a:r>
              <a:rPr sz="1100">
                <a:solidFill>
                  <a:srgbClr val="303030"/>
                </a:solidFill>
                <a:latin typeface="Consolas"/>
              </a:rPr>
              <a:t>}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hits_sem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experiential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'夜战侦察教训'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vector/BM25/SQL 三路；hybrid 加权累加，single 供消融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retrieve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mode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top_k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7B4FA6"/>
                </a:solidFill>
                <a:latin typeface="Consolas"/>
              </a:rPr>
              <a:t>5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mode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routes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!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normalize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aggregate_by_id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weights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stage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add_stage_bonus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stage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sorted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reverse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 b="1">
                <a:solidFill>
                  <a:srgbClr val="1F3A68"/>
                </a:solidFill>
                <a:latin typeface="Consolas"/>
              </a:rPr>
              <a:t>True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score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&gt;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min_score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top_k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entry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mark_recalled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LLM 提候选，确定性代码执行写/合/忘/抽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同场新经验≥2 条触发抽象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evolve_from_review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review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session_id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ops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extract_memory_ops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review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ops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boundary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promote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content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continue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write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is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None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>
                <a:solidFill>
                  <a:srgbClr val="303030"/>
                </a:solidFill>
                <a:latin typeface="Consolas"/>
              </a:rPr>
              <a:t>skipped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merge_new_entries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forget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len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new_experiences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&gt;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2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abstract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遗忘核心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exp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303030"/>
                </a:solidFill>
                <a:latin typeface="Consolas"/>
              </a:rPr>
              <a:t>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/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max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e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7B4FA6"/>
                </a:solidFill>
                <a:latin typeface="Consolas"/>
              </a:rPr>
              <a:t>6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命中强化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;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只有场次复盘文本才能触发晋升，流水账被挡在门外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类别判定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事实/经验分别进入对应存储，避免类型混乱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语义查重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 θ 余弦去重，重复经验不重复入库；每次判定写审计日志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查询按 MDMP 七阶段生成，阶段匹配记忆加亲和分，复盘教训归因到阶段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三栏页签化布局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左输入/中运行/右产出，长内容折叠为页签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总览/单条历史/遗忘日志，支持点击展开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战役进度条、库健康度分布条、事件流点击展开详情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实验目标与 RQ 对应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围绕 RQ1-RQ5 设计五组实验；每组独立 controller，避免跨组污染；固定 44 条检索用例，H 类 6 条单独跑跨场次流程。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测试集构建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自建 50 条 8 类（A-H），覆盖属性/事实/经验/词法/负例/干扰/阶段/跨场次；查询与答案刻意避免关键词共现，负例只测噪声。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对照与开关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G0-G6 通过依赖注入开关能力（空经验库/空检索器），不删减用例；跨场次 gold 在运行期解析，避免种子记忆被误当沉淀。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指标与统计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检索层 hit@3/5、MRR、NDCG；任务层 引用率/约束满足/噪声污染；统计用随机基线、bootstrap CI、配对置换检验，种子固定 42。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配对置换检验（n=44）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C 类转述命中（词袋局限）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G2 仅事实库 vs G3 双库全开，44 条固定检索用例，依赖注入开关经验库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置信区间与分类别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G3 CI=[0.500,0.773] 与 G2 CI=[0.205,0.477] 不重叠；增益来自经验类，事实类不降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解读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分层不是冗余，经验库是经验查询的必要条件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实验设计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第一场先跑复盘，把‘教训/经验’写入经验库；第二场用相关查询检索，gold 为运行期写入条目；对照不写第一场；另设负控（渡河教训 vs 巷战查询）。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结果与解释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处理组 hit@5=0.833、对照 0、负控 0；p=0.059 但 n=6 样本有限，只能算方向性证据——机制路径完整，需要扩容到 20 条再下结论。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实验设计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同一批检索用例分别跑 hybrid 与 vector/bm25/sql 单路；权重变体（α.7 等）做敏感性；指标含 hit@5、MRR、干扰压制。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结果与解释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词袋下 hybrid 0.857 未超 vector 0.929；但干扰压制 1.0 优于单路 ≤0.875；结论：混合的价值在排序，召回增益需真向量复测。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遗忘误删（保护线有效）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滤噪实验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E 扫描 0.05/0.10/0.16/0.25，0.16 为当前网格拐点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遗忘实验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合成老化 30 天 forget，未保护删 10/10，保护/新写 0；S+1 显著延长寿命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20/20 通过，T6 引用 1.00、约束 1.00；限定词袋/单次，示范性证据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AFSIM 数值/事件转复盘文本，失败补‘教训’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领域巡检 + min_score 建议，等待真实数据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4914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结  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分层有效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2311200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结构层结论在词袋固定设置下稳定，双库 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410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6000" y="411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真模型可用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327199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DeepSeek 引用率 1.00，检索-生成链路打通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8000" y="1728000"/>
            <a:ext cx="4914000" cy="19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6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8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2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真向量复测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2000" y="2311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重跑消融并重标定 min_score/θ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3240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2000" y="3247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数据扩容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2000" y="3463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 类扩至 20 条，让 p 值有意义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4392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2000" y="4399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机制补全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2000" y="4615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知识锚定、冲突仲裁、软删除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8000" y="554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2000" y="555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智戎联调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2000" y="5767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真实链路与领域巡检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66000" y="1771200"/>
            <a:ext cx="36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