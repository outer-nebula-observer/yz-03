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【讲稿】开场1分钟：课题目标、单位、小组分工。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【讲稿】按五部分走，重点在系统设计与实验验证。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【讲稿】先讲‘为什么需要外部记忆’。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【讲稿】用‘同一夜间进攻任务，第一场隘口遇伏，第二场大概率再吃亏’举例。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【讲稿】P1-P4 来自初始问题拆解，P5 来自导师反馈。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【讲稿】实验章节会逐个回答。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【讲稿】一句话：把跨场次知识做成可回放、可审计的外部系统。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【讲稿】说明借鉴什么、不采用什么。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【讲稿】每条都说明：借鉴什么、为什么不完整照搬。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【讲稿】这一段说明检索与存储不是凭空设计。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【讲稿】强调：机制都有原型，差异在组合与军事场景限定。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【讲稿】进入核心章节。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docs/figures/fig1_architecture.png（系统架构图）。</a:t>
            </a:r>
          </a:p>
          <a:p>
            <a:r>
              <a:t>【讲稿】讲清分层与‘可独立消融’。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【讲稿】讲清‘首尾关键、约束不压缩、归档可复盘’。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【讲稿】用 T-90 vs M1A2 的例子说明为什么必须分库。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【讲稿】重点讲归一化与‘命中强化只做一次’。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【讲稿】讲清‘为什么建议与执行分离’——可审计。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【讲稿】澄清‘什么能进长期库、什么时候检索什么’。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WebUI 截图（运行 python webui/server.py 后截取记忆详情抽屉、遗忘曲线、事件流）。</a:t>
            </a:r>
          </a:p>
          <a:p>
            <a:r>
              <a:t>【讲稿】展示可视化如何帮助理解系统。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【配图】可放消融图（docs/17 配图脚本生成）作背景。</a:t>
            </a:r>
          </a:p>
          <a:p>
            <a:r>
              <a:t>【讲稿】进入数据章节，先声明词袋环境。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【讲稿】强调‘对照是开关能力而不是删用例’。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【配图】建议放消融柱状图（docs/17 配图脚本：G2 vs G3 分类别 hit@5）。</a:t>
            </a:r>
          </a:p>
          <a:p>
            <a:r>
              <a:t>【讲稿】这是最硬的一条证据。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【配图】可放跨场次 WebUI 截图（第二场命中带‘往场沉淀’）或表格。</a:t>
            </a:r>
          </a:p>
          <a:p>
            <a:r>
              <a:t>【讲稿】对负结果要诚实：词袋下混合召回无增益。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【配图】可放遗忘曲线（WebUI 截图）或 DeepSeek 输出截图。</a:t>
            </a:r>
          </a:p>
          <a:p>
            <a:r>
              <a:t>【讲稿】强调限定词，避免被当成最终结论。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【讲稿】从‘能不能用’讲到‘怎么接’。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docs/figures/fig2_campaign_trajectory.png 或智戎桥接架构示意图。</a:t>
            </a:r>
          </a:p>
          <a:p>
            <a:r>
              <a:t>【讲稿】强调 P1（无结束信号）已有适配方案。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【讲稿】把‘方向性/示范性’讲清楚，再列行动项。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【讲稿】感谢，进入提问。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160000"/>
            <a:ext cx="100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面向作战规划智能体的可进化外部记忆系统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996000"/>
            <a:ext cx="100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4320000"/>
            <a:ext cx="100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4644000"/>
            <a:ext cx="100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000" y="1512000"/>
            <a:ext cx="5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4000" y="1566000"/>
            <a:ext cx="72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22830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2000" y="1998000"/>
            <a:ext cx="9000000" cy="18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000" y="2304000"/>
            <a:ext cx="5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4000" y="2358000"/>
            <a:ext cx="72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22830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2000" y="2790000"/>
            <a:ext cx="9000000" cy="18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2000" y="3096000"/>
            <a:ext cx="5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44000" y="3150000"/>
            <a:ext cx="72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22830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52000" y="3582000"/>
            <a:ext cx="9000000" cy="18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000" y="3888000"/>
            <a:ext cx="5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4000" y="3942000"/>
            <a:ext cx="72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22830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2000" y="4374000"/>
            <a:ext cx="9000000" cy="18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4680000"/>
            <a:ext cx="5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4000" y="4734000"/>
            <a:ext cx="72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22830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2000" y="5166000"/>
            <a:ext cx="9000000" cy="18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0" y="1440000"/>
            <a:ext cx="79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0000" y="3600000"/>
            <a:ext cx="79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60000" y="4572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作战规划智能体以场次接任务：目标→查询→检索→规划→推演→复盘→下一场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模型与上下文都不保留跨场次状态，同类错误会反复出现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长上下文只解决容量，RAG 只解决知识供给，均不解决经验沉淀/更新/淘汰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目标：在模型之外构建可读写、可演化、可审计的外部记忆系统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P1 经验不积累：场次间无状态传递，同样错误重复出现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P2 上下文超限：粗暴截断可能丢失硬约束，规划违反约束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P3 查询口径混杂：参数精确与经验语义同路，互相干扰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P4 库噪声：复盘无差别入库，长期库变成日志不可审计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2951999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951999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P5 目标检索弱：直接用任务目标文本查询，语义信息量不足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RQ1 双库贡献：事实/经验分库是否带来可测召回增益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RQ2 跨场次复用：第一场复盘能否被第二场召回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RQ3 检索策略：三路融合相对单路是否有增益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RQ4 滤噪与遗忘：阈值能否滤噪、遗忘是否不误删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2951999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951999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RQ5 真实模型：DeepSeek 是否实际引用装载记忆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外部系统：把记忆组织成可演化结构，不止检索增强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复盘晋升：短期→长期唯一写通道，三道门控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建议-执行分离：LLM 提候选，确定性代码执行写/合/忘/抽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阶段感知：MDMP 七阶段生成查询，对口记忆加分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0" y="1440000"/>
            <a:ext cx="79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0000" y="3600000"/>
            <a:ext cx="79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60000" y="4572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综述框架（Zhang 2024）：记忆的‘形式-操作-应用’分层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MemGPT：主上下文+外部存档，本文改为确定性阈值换页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SCM：控制器显式决定读/写/归档，本文收敛为复盘晋升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LLMLingua/LongLLMLingua/ICAE：位置偏置与‘只压历史不压约束’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ChatDB：数据库即符号记忆 → 采用属性精确过滤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ExpeL：经验库+向量召回 → 补充重要性加权与持久化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Reflexion：语言反思 → 采用语言形式经验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MemoryBank：艾宾浩斯遗忘 → 加入 importance≥2 保护线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2951999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951999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Zep：时间戳/溯源 → 采用溯源字段，不采用图存储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311999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311999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MIRIX / TiM：多路策略与显式检索计划 → 压缩为三路融合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PREMem：预存储推理/θ查重 → 采用相似度去重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StructMem：跨事件整合 → 演化为‘抽象’操作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MemSkill：INSERT/UPDATE/DELETE/SKIP → 采用操作类型化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Mem-α：建议-执行分离 → 本文核心架构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2951999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951999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小结：组合层面+领域化（保护线/精确绕过阈值/阶段供给）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0" y="1440000"/>
            <a:ext cx="79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0000" y="3600000"/>
            <a:ext cx="79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60000" y="4572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8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84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四层：模型层/能力层/跨切面/编排层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96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962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能力层四模块互不依赖：短期、长期、检索、进化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3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340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两层之间唯一写通道：复盘晋升 + 三道边界门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18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718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可独立消融：依赖注入实现 G0-G6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2000" y="1584000"/>
            <a:ext cx="3780000" cy="41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4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440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槽位保存目标/约束/查询/消息；约束永不压缩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6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FIFO 超阈值触发压缩，被驱逐消息进入归档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194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1944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伪代码如下（memsys/short_term/working_memory.py）：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736000"/>
            <a:ext cx="10440000" cy="32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2880000"/>
            <a:ext cx="10008000" cy="29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def render(slot):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parts = [阶段, 目标, 约束]          # 头部：不可压缩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if slot.loaded_briefs: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    parts.append('【装载记忆】' + 逐条brief)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parts.append(查询列表)               # 审计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parts.append(最新消息[-20:])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return '\n'.join(parts)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def flush(slot, llm):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evicted = slot.fifo.pop(前半)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slot.summary = llm.summarize(old + evicted)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slot.archived.append(evicted)        # 归档不丢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4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440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事实库：SQLite + 属性精确；经验库：向量语义召回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6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attrs 精确命中绕过 min_score（构造性相关）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194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1944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接口示例：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736000"/>
            <a:ext cx="10440000" cy="32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2880000"/>
            <a:ext cx="10008000" cy="29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# 事实精确：属性过滤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hits_exact = factual.search_attrs({'装备': 'T-90'})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# 经验语义：向量召回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hits_sem = experiential.search('夜战侦察教训')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4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440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vector/BM25/SQL 三路；hybrid 加权累加，single 便于消融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6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归一化：向量余弦、BM25 查询自匹配上界、SQL 恒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194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1944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公式：s_hybrid = Σ w_r·n_r(id)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736000"/>
            <a:ext cx="10440000" cy="32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2880000"/>
            <a:ext cx="10008000" cy="29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def retrieve(q, mode='hybrid', top_k=5):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pool = [route(q, q.route)]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if mode == 'hybrid':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    pool += [route(q, alt) for alt in routes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             if alt != q.route]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pool = [normalize(r) for r in pool]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fused = aggregate_by_id(pool, weights)  # 多路累加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if q.stage: fused = add_stage_bonus(fused, q.stage)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ranked = [x for x in sorted(fused, reverse=True)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          if x.score &gt;= min_score][:top_k]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for r in ranked: r.entry.mark_recalled()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return ranked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4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440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建议-执行分离：LLM 提候选，确定性代码执行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6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遗忘：R=e^{-t/S}，命中 S+1；importance≥2 保护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194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1944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抽象：≥2 条新经验 → 一条通用教训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736000"/>
            <a:ext cx="10440000" cy="32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2880000"/>
            <a:ext cx="10008000" cy="29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def evolve_from_review(review, session_id):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ops = llm.extract_memory_ops(review)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for op in ops: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    if not boundary.promote(op.content): continue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    if write(op) is None: skipped += 1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merge_new_entries()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forget()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    if len(new_experiences) &gt;= 2: abstract()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# 遗忘核心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R = math.exp(-t / max(S, 1e-6))</a:t>
            </a:r>
          </a:p>
          <a:p>
            <a:pPr algn="l"/>
            <a:r>
              <a:rPr sz="1300" b="0">
                <a:solidFill>
                  <a:srgbClr val="1F3A68"/>
                </a:solidFill>
                <a:latin typeface="Consolas"/>
              </a:rPr>
              <a:t># 命中强化：S += 1, t 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复盘晋升经三道门：复盘驱动、类别判定、语义查重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每次判定写入审计日志（boundary）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查询按 MDMP 七阶段生成，阶段匹配记忆加亲和分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复盘教训归因到阶段，供同阶段检索优先召回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8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84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后台 /api 与前端三栏；左右栏页签化，避免过长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96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962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记忆详情抽屉：总览/单条历史/遗忘日志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3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340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遗忘曲线：R=e^{-t/S} 与‘立即召回 S+1’对比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18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718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战役进度条、库健康度分布条、事件流点击展开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2000" y="1584000"/>
            <a:ext cx="3780000" cy="41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0" y="1440000"/>
            <a:ext cx="79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0000" y="3600000"/>
            <a:ext cx="79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60000" y="4572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自建 50 条 8 类测试集（A-H），避免关键词共现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固定用例集，依赖注入开关能力（G0-G6）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检索指标：hit@3/5、MRR、NDCG；任务层：引用/约束/噪声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统计：随机基线、bootstrap CI、配对置换检验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8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84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G2 仅事实库 hit@5=0.341；G3 双库全开 0.636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96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962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Δ=0.295，配对置换 p=0.0001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3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340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增益全部来自经验类（C/D/G），事实类不降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18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718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随机基线 0.357，G3 显著高于随机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2000" y="1584000"/>
            <a:ext cx="3780000" cy="41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8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84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跨场次：处理组 0.833 vs 对照 0，负控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96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962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p=0.059，样本有限 → 方向性证据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3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340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检索：hybrid 0.857 vs vector 0.929（词袋）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18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718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但干扰压制 hybrid 1.0 &gt; 单路 ≤0.875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2000" y="1584000"/>
            <a:ext cx="3780000" cy="41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8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84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min_score=0.16：负例返回率 0%，正例 hit@5=0.857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96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962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遗忘：未保护删 10/10，保护 0，新写 0，误删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3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340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S×时间：命中强化 S+1 显著延长寿命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18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718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DeepSeek：20/20，T6 引用率 1.00、约束 1.00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2000" y="1584000"/>
            <a:ext cx="3780000" cy="41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0" y="1440000"/>
            <a:ext cx="79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0000" y="3600000"/>
            <a:ext cx="79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60000" y="4572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84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84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hook_evolve：不依赖‘场次结束’，可随时触发进化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96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962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结构化反馈：AFSIM 数值/事件 → 复盘文本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340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340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normalize_task：结构化任务 → goal/constraints/queries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18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718000"/>
            <a:ext cx="597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22830"/>
                </a:solidFill>
                <a:latin typeface="Microsoft YaHei"/>
              </a:rPr>
              <a:t>domain_check：领域巡检 + min_score 建议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2000" y="1584000"/>
            <a:ext cx="3780000" cy="4140000"/>
          </a:xfrm>
          <a:prstGeom prst="rect">
            <a:avLst/>
          </a:prstGeom>
          <a:solidFill>
            <a:srgbClr val="F2F4F8"/>
          </a:solidFill>
          <a:ln w="1270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32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720000" cy="4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648000"/>
            <a:ext cx="108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51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51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结论：分层与进化机制在词袋固定设置下有效（p=0.0001）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7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87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真实模型验证了检索-生成链路可用（引用率 1.00）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3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23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下一步：真向量重跑与重标定 min_score/θ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92000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592000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下一步：H 类扩至 20 条、知识锚定、冲突仲裁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2951999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951999"/>
            <a:ext cx="10116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830"/>
                </a:solidFill>
                <a:latin typeface="Microsoft YaHei"/>
              </a:rPr>
              <a:t>下一步：智戎真实链路联调与领域巡检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520000"/>
            <a:ext cx="100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888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