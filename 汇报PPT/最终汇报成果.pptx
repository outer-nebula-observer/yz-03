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pic>
        <p:nvPicPr>
          <p:cNvPr id="9" name="Picture 8" descr="p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304" y="1891295"/>
            <a:ext cx="1687391" cy="5624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252000" y="18912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9772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pic>
        <p:nvPicPr>
          <p:cNvPr id="15" name="Picture 14" descr="p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304" y="2798495"/>
            <a:ext cx="1687391" cy="56246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252000" y="27984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072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843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pic>
        <p:nvPicPr>
          <p:cNvPr id="21" name="Picture 20" descr="ppt_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304" y="3705696"/>
            <a:ext cx="1687391" cy="562463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252000" y="37056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47916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pic>
        <p:nvPicPr>
          <p:cNvPr id="27" name="Picture 26" descr="ppt_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304" y="4612896"/>
            <a:ext cx="1687391" cy="562463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46128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2000" y="56987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pic>
        <p:nvPicPr>
          <p:cNvPr id="33" name="Picture 32" descr="ppt_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8304" y="5520096"/>
            <a:ext cx="1687391" cy="5624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252000" y="55200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pic>
        <p:nvPicPr>
          <p:cNvPr id="11" name="Picture 10" descr="ppt_r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5520" y="1872000"/>
            <a:ext cx="1632959" cy="544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52000" y="18720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26892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4000" y="30024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pic>
        <p:nvPicPr>
          <p:cNvPr id="19" name="Picture 18" descr="ppt_r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5520" y="2779200"/>
            <a:ext cx="1632959" cy="54431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252000" y="27792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4000" y="35964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4000" y="39096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pic>
        <p:nvPicPr>
          <p:cNvPr id="27" name="Picture 26" descr="ppt_r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5520" y="3686400"/>
            <a:ext cx="1632959" cy="54431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36864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4000" y="45036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4000" y="48168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pic>
        <p:nvPicPr>
          <p:cNvPr id="35" name="Picture 34" descr="ppt_rq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20" y="4593600"/>
            <a:ext cx="1632959" cy="544319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9252000" y="45936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4000" y="54108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4000" y="5723999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pic>
        <p:nvPicPr>
          <p:cNvPr id="43" name="Picture 42" descr="ppt_rq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5520" y="5500800"/>
            <a:ext cx="1632959" cy="544319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9252000" y="55008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