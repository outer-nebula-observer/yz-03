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pic>
        <p:nvPicPr>
          <p:cNvPr id="9" name="Picture 8" descr="p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032" y="1891295"/>
            <a:ext cx="999936" cy="5624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260000" y="1891295"/>
            <a:ext cx="1152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9772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pic>
        <p:nvPicPr>
          <p:cNvPr id="15" name="Picture 14" descr="p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6032" y="2798495"/>
            <a:ext cx="999936" cy="56246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0260000" y="2798495"/>
            <a:ext cx="1152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6072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843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pic>
        <p:nvPicPr>
          <p:cNvPr id="21" name="Picture 20" descr="ppt_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6032" y="3705696"/>
            <a:ext cx="999936" cy="562463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0260000" y="3705696"/>
            <a:ext cx="1152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2000" y="47916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pic>
        <p:nvPicPr>
          <p:cNvPr id="27" name="Picture 26" descr="ppt_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6032" y="4612896"/>
            <a:ext cx="999936" cy="562463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260000" y="4612896"/>
            <a:ext cx="1152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2000" y="56987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pic>
        <p:nvPicPr>
          <p:cNvPr id="33" name="Picture 32" descr="ppt_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6032" y="5520096"/>
            <a:ext cx="999936" cy="562463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10260000" y="5520096"/>
            <a:ext cx="1152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pic>
        <p:nvPicPr>
          <p:cNvPr id="11" name="Picture 10" descr="ppt_rq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160" y="1872000"/>
            <a:ext cx="967680" cy="5443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0332000" y="1872000"/>
            <a:ext cx="108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26892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4000" y="30024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pic>
        <p:nvPicPr>
          <p:cNvPr id="19" name="Picture 18" descr="ppt_r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8160" y="2779200"/>
            <a:ext cx="967680" cy="54431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332000" y="2779200"/>
            <a:ext cx="108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64000" y="35964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4000" y="39096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pic>
        <p:nvPicPr>
          <p:cNvPr id="27" name="Picture 26" descr="ppt_rq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8160" y="3686400"/>
            <a:ext cx="967680" cy="544319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332000" y="3686400"/>
            <a:ext cx="108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4000" y="45036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4000" y="48168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pic>
        <p:nvPicPr>
          <p:cNvPr id="35" name="Picture 34" descr="ppt_rq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8160" y="4593600"/>
            <a:ext cx="967680" cy="544319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10332000" y="4593600"/>
            <a:ext cx="108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4000" y="54108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4000" y="5723999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pic>
        <p:nvPicPr>
          <p:cNvPr id="43" name="Picture 42" descr="ppt_rq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8160" y="5500800"/>
            <a:ext cx="967680" cy="544319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10332000" y="5500800"/>
            <a:ext cx="108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阶段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目标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约束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loaded_briefs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briefs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查询列表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最新消息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fifo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前半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summary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旧摘要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archived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factual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experiential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!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weights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reverse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score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min_score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entry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session_id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boundary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content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is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>
                <a:solidFill>
                  <a:srgbClr val="303030"/>
                </a:solidFill>
                <a:latin typeface="Consolas"/>
              </a:rPr>
              <a:t>skipped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new_experiences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/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web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