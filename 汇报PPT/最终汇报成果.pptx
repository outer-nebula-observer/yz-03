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【配图】无需配图；可放校徽（可选）。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【配图】无需配图。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【配图】背景可用 docs/figures/fig2_campaign_trajectory.png（多轮战役轨迹）。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 docs/figures/fig4_session_sequence.png（单场任务数据流/时序）。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【配图】每行右侧小图建议：P1 用 fig4_session_sequence；P2 用 fig3_code_layers；P3 新画“双库分离示意”；P4 新画“库噪声累积示意”；P5 新画“阶段查询示意”。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【配图】可复用 fig4_session_sequence 或新画“P→RQ 映射图”。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【配图】可新画“四原则关系图”（外部系统、复盘晋升、建议-执行分离、阶段感知）。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【配图】背景可用 docs/figures/fig3_code_layers.png（代码分层）。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【配图】可复用 fig4_session_sequence，或新画“分层上下文示意”。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【配图】可复用 fig1_architecture.png，或新画“双库+三路检索示意”。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【配图】可复用 fig3_code_layers.png，或新画“写/合/忘/抽四操作图”。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【配图】背景可用 docs/figures/fig1_architecture.png。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【配图】右侧已插入 docs/figures/fig1_architecture.png（系统架构图）。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【配图】可复用 fig4_session_sequence.png，或新画“FIFO+递归摘要示意”。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【配图】可复用 fig3_code_layers.png，或新画“双库接口+融合示意”。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【配图】可新画“三路融合示意”（vector/BM25/SQL → 归一化 → 加权融合）。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 docs/figures/report_fig6_forgetting_curve.png（遗忘曲线）。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【配图】可新画“三闸门 + 阶段漏斗示意”。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【配图】右侧已插入 docs/figures/report_fig9_webui_ui.png（WebUI 界面）。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【配图】背景可用 docs/figures/report_fig4_ablation_category.png。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 docs/figures/report_fig3_testset_structure.png（测试集结构）。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 docs/figures/report_fig4_ablation_category.png（消融分类别 hit@5）。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 docs/figures/report_fig7_cross_session.png（跨场次复用）。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【配图】建议组合使用 docs/figures/report_fig5_min_score_curve.png、report_fig6_forgetting_curve.png、report_fig8_deepseek_output.png。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【配图】背景可用 docs/figures/fig2_campaign_trajectory.png。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【配图】右侧已插入 docs/figures/fig2_campaign_trajectory.png（多轮战役轨迹/事件流）。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【配图】无需配图；可放 fig1_architecture 缩略图。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60000" y="18912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6999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9772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0" y="27984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6072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8843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60000" y="37056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5144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7916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46128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216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6987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60000" y="55200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000" y="18720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4000" y="26892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30024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000" y="27792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000" y="35964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000" y="39096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000" y="36864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4000" y="45036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4000" y="48168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000" y="45936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4000" y="54108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64000" y="5723999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000" y="55008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2201594"/>
            <a:ext cx="3924000" cy="355281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阶段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目标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约束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loaded_briefs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briefs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查询列表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最新消息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fifo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前半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summary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旧摘要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archived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factual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experiential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!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weights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reverse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score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min_score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entry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session_id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boundary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content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is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>
                <a:solidFill>
                  <a:srgbClr val="303030"/>
                </a:solidFill>
                <a:latin typeface="Consolas"/>
              </a:rPr>
              <a:t>skipped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new_experiences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/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eport_fig9_webui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2848363"/>
            <a:ext cx="3924000" cy="2259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ig2_campaign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2784891"/>
            <a:ext cx="3924000" cy="23862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